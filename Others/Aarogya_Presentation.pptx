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12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drive/folders/1KFEOfceMZqxJR8J3YeT6Qn9aTH9VKUgL?usp=sharing" TargetMode="External"/><Relationship Id="rId4" Type="http://schemas.openxmlformats.org/officeDocument/2006/relationships/hyperlink" Target="https://github.com/mitanshhh/Aarogy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7B0CCB-8CAC-6438-8C6F-514B76F7514E}"/>
              </a:ext>
            </a:extLst>
          </p:cNvPr>
          <p:cNvSpPr/>
          <p:nvPr/>
        </p:nvSpPr>
        <p:spPr>
          <a:xfrm>
            <a:off x="2410691" y="1482436"/>
            <a:ext cx="4301836" cy="651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 err="1"/>
              <a:t>Github</a:t>
            </a:r>
            <a:r>
              <a:rPr lang="en-IN" sz="1600" dirty="0"/>
              <a:t>: </a:t>
            </a:r>
            <a:r>
              <a:rPr lang="en-IN" sz="1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https://github.com/mitanshhh/Aarogya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IN" sz="1600" dirty="0">
                <a:solidFill>
                  <a:schemeClr val="bg1"/>
                </a:solidFill>
              </a:rPr>
              <a:t>Video: </a:t>
            </a:r>
            <a:r>
              <a:rPr lang="en-IN" sz="16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Drive Link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8FEDA-0D8E-CE3A-4192-71A7394922AA}"/>
              </a:ext>
            </a:extLst>
          </p:cNvPr>
          <p:cNvSpPr txBox="1"/>
          <p:nvPr/>
        </p:nvSpPr>
        <p:spPr>
          <a:xfrm>
            <a:off x="2161309" y="138545"/>
            <a:ext cx="4936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Track 3 — Smart Health &amp; Supply Chain Resilience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7" y="-6927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922F59-945F-7210-AF67-360D0839A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28" y="1118746"/>
            <a:ext cx="2641429" cy="1234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8C0C25-DD0A-0B8A-07E2-B162B508B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187" y="1158811"/>
            <a:ext cx="2235626" cy="1227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43D9E5-9299-64C1-D33B-575681E61F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07" y="2844567"/>
            <a:ext cx="2167168" cy="1227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04FA80-6A26-BDC3-6893-8331D4B88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9204" y="2844567"/>
            <a:ext cx="2625592" cy="1227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A54F7A-C504-0A6D-E908-239BFBCD63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3549" y="2878263"/>
            <a:ext cx="1574043" cy="11942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BD158E-4672-8B3B-2E04-3E5CB9B42C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8144" y="1118746"/>
            <a:ext cx="2093223" cy="12345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tansh\OneDrive\Desktop\Projects\Aarogya v2\temp_screenshots\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</Words>
  <Application>Microsoft Office PowerPoint</Application>
  <PresentationFormat>On-screen Show (16:9)</PresentationFormat>
  <Paragraphs>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Mitansh Jadhav</cp:lastModifiedBy>
  <cp:revision>3</cp:revision>
  <dcterms:created xsi:type="dcterms:W3CDTF">2026-09-30T17:12:44Z</dcterms:created>
  <dcterms:modified xsi:type="dcterms:W3CDTF">2026-09-30T17:30:07Z</dcterms:modified>
</cp:coreProperties>
</file>